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63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24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84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800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510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51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13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22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56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8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23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18075-8DB7-41FC-B505-BBAB6A963297}" type="datetimeFigureOut">
              <a:rPr lang="en-US" smtClean="0"/>
              <a:t>17/10/2026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70E1F-E15A-4EA1-80DC-B0B40B3AF1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861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046720" y="1325880"/>
            <a:ext cx="1508760" cy="1874519"/>
          </a:xfrm>
          <a:prstGeom prst="roundRect">
            <a:avLst/>
          </a:prstGeom>
          <a:solidFill>
            <a:srgbClr val="161F34"/>
          </a:solidFill>
          <a:ln>
            <a:solidFill>
              <a:srgbClr val="6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293608" y="1581912"/>
            <a:ext cx="566928" cy="73152"/>
          </a:xfrm>
          <a:prstGeom prst="rect">
            <a:avLst/>
          </a:prstGeom>
          <a:solidFill>
            <a:srgbClr val="6485FF"/>
          </a:solidFill>
          <a:ln>
            <a:solidFill>
              <a:srgbClr val="6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293608" y="1801368"/>
            <a:ext cx="868680" cy="64008"/>
          </a:xfrm>
          <a:prstGeom prst="rect">
            <a:avLst/>
          </a:prstGeom>
          <a:solidFill>
            <a:srgbClr val="23314C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93608" y="1984248"/>
            <a:ext cx="777240" cy="64008"/>
          </a:xfrm>
          <a:prstGeom prst="rect">
            <a:avLst/>
          </a:prstGeom>
          <a:solidFill>
            <a:srgbClr val="23314C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11312" y="2560320"/>
            <a:ext cx="109728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6485FF"/>
                </a:solidFill>
                <a:latin typeface="Aptos"/>
              </a:defRPr>
            </a:pPr>
            <a:r>
              <a:t>FILE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15400" y="1965960"/>
            <a:ext cx="1508760" cy="1874519"/>
          </a:xfrm>
          <a:prstGeom prst="roundRect">
            <a:avLst/>
          </a:prstGeom>
          <a:solidFill>
            <a:srgbClr val="161F34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62288" y="2221991"/>
            <a:ext cx="566928" cy="73152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162288" y="2441448"/>
            <a:ext cx="868680" cy="64008"/>
          </a:xfrm>
          <a:prstGeom prst="rect">
            <a:avLst/>
          </a:prstGeom>
          <a:solidFill>
            <a:srgbClr val="23314C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62288" y="2624328"/>
            <a:ext cx="777240" cy="64008"/>
          </a:xfrm>
          <a:prstGeom prst="rect">
            <a:avLst/>
          </a:prstGeom>
          <a:solidFill>
            <a:srgbClr val="23314C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79992" y="3200400"/>
            <a:ext cx="109728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46DADC"/>
                </a:solidFill>
                <a:latin typeface="Aptos"/>
              </a:defRPr>
            </a:pPr>
            <a:r>
              <a:t>FILE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84080" y="2606040"/>
            <a:ext cx="1508760" cy="1874519"/>
          </a:xfrm>
          <a:prstGeom prst="roundRect">
            <a:avLst/>
          </a:prstGeom>
          <a:solidFill>
            <a:srgbClr val="161F34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30967" y="2862072"/>
            <a:ext cx="566928" cy="73152"/>
          </a:xfrm>
          <a:prstGeom prst="rect">
            <a:avLst/>
          </a:prstGeom>
          <a:solidFill>
            <a:srgbClr val="41DB9F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030967" y="3081528"/>
            <a:ext cx="868680" cy="64008"/>
          </a:xfrm>
          <a:prstGeom prst="rect">
            <a:avLst/>
          </a:prstGeom>
          <a:solidFill>
            <a:srgbClr val="23314C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30967" y="3264408"/>
            <a:ext cx="777240" cy="64008"/>
          </a:xfrm>
          <a:prstGeom prst="rect">
            <a:avLst/>
          </a:prstGeom>
          <a:solidFill>
            <a:srgbClr val="23314C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48672" y="3840480"/>
            <a:ext cx="109728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41DB9F"/>
                </a:solidFill>
                <a:latin typeface="Aptos"/>
              </a:defRPr>
            </a:pPr>
            <a:r>
              <a:t>FILE 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749808"/>
            <a:ext cx="621792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46DADC"/>
                </a:solidFill>
                <a:latin typeface="Aptos"/>
              </a:defRPr>
            </a:pPr>
            <a:r>
              <a:t>PROJECT EXPO • EASY 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325880"/>
            <a:ext cx="6766560" cy="21031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F6F8FF"/>
                </a:solidFill>
                <a:latin typeface="Aptos"/>
              </a:defRPr>
            </a:pPr>
            <a:r>
              <a:t>FILE</a:t>
            </a:r>
          </a:p>
          <a:p>
            <a:pPr algn="l">
              <a:spcAft>
                <a:spcPts val="500"/>
              </a:spcAft>
              <a:defRPr sz="3400" b="1">
                <a:solidFill>
                  <a:srgbClr val="F6F8FF"/>
                </a:solidFill>
                <a:latin typeface="Aptos"/>
              </a:defRPr>
            </a:pPr>
            <a:r>
              <a:t>DEDUPLICATION</a:t>
            </a:r>
          </a:p>
          <a:p>
            <a:pPr algn="l">
              <a:spcAft>
                <a:spcPts val="500"/>
              </a:spcAft>
              <a:defRPr sz="3400" b="1">
                <a:solidFill>
                  <a:srgbClr val="F6F8FF"/>
                </a:solidFill>
                <a:latin typeface="Aptos"/>
              </a:defRPr>
            </a:pPr>
            <a:r>
              <a:t>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822191"/>
            <a:ext cx="6217920" cy="6858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2100" b="0">
                <a:solidFill>
                  <a:srgbClr val="B3BED3"/>
                </a:solidFill>
                <a:latin typeface="Aptos"/>
              </a:defRPr>
            </a:pPr>
            <a:r>
              <a:t>Find same files. Save storage.</a:t>
            </a:r>
          </a:p>
          <a:p>
            <a:pPr algn="l">
              <a:spcAft>
                <a:spcPts val="500"/>
              </a:spcAft>
              <a:defRPr sz="2100" b="0">
                <a:solidFill>
                  <a:srgbClr val="B3BED3"/>
                </a:solidFill>
                <a:latin typeface="Aptos"/>
              </a:defRPr>
            </a:pPr>
            <a:r>
              <a:t>Understand the result.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" y="4983480"/>
            <a:ext cx="3200400" cy="566928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5157216"/>
            <a:ext cx="2834640" cy="20116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6F8FF"/>
                </a:solidFill>
                <a:latin typeface="Aptos"/>
              </a:defRPr>
            </a:pPr>
            <a:r>
              <a:t>Built using C on Ubuntu Linux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989320"/>
            <a:ext cx="685800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Presented by: [Your Name]  |  [Class / Section]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46520"/>
            <a:ext cx="457200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B3BED3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F6F8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10896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Why duplicate files become a storage and file-management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777240" cy="457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46DAD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65836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F6F8FF"/>
                </a:solidFill>
                <a:latin typeface="Aptos"/>
              </a:defRPr>
            </a:pPr>
            <a:r>
              <a:t>Unnecessary storage is consumed when the same file is saved multiple times in different locations or with different names.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331720"/>
            <a:ext cx="10332720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46DADC"/>
                </a:solidFill>
                <a:latin typeface="Aptos"/>
              </a:defRPr>
            </a:pPr>
            <a:r>
              <a:t>Filename-only checks are unreliable: different names can contain identical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063240"/>
            <a:ext cx="3429000" cy="987552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3227832"/>
            <a:ext cx="438912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6485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3200400"/>
            <a:ext cx="260604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Storage waste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3538728"/>
            <a:ext cx="260604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Duplicate copies occupy extra disk space.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3063240"/>
            <a:ext cx="3429000" cy="987552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18304" y="3227832"/>
            <a:ext cx="438912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B75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3200400"/>
            <a:ext cx="260604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Manual effort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3538728"/>
            <a:ext cx="260604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Checking files one by one takes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3063240"/>
            <a:ext cx="3429000" cy="987552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13064" y="3227832"/>
            <a:ext cx="438912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BF9A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3200400"/>
            <a:ext cx="2606040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Hidden duplicates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3538728"/>
            <a:ext cx="260604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Same content can have different names or paths.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297680"/>
            <a:ext cx="5349240" cy="987552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" y="4462272"/>
            <a:ext cx="438912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46DA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4434840"/>
            <a:ext cx="4526279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Slow at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35607" y="4773168"/>
            <a:ext cx="4526279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Large directories make manual detection inefficient.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297680"/>
            <a:ext cx="5349240" cy="987552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47104" y="4462272"/>
            <a:ext cx="438912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6F9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4434840"/>
            <a:ext cx="4526279" cy="2468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Deletion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9168" y="4773168"/>
            <a:ext cx="4526279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Removing files without verification may lose important data.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FILE DEDUPLICATION SYSTEM • C + UBUNTU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6510528"/>
            <a:ext cx="164592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PROJECT EXPO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F6F8FF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10896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What the File Deduplication System aims to achieve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777240" cy="457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46DAD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429000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64008" cy="1417320"/>
          </a:xfrm>
          <a:prstGeom prst="rect">
            <a:avLst/>
          </a:prstGeom>
          <a:solidFill>
            <a:srgbClr val="6485FF"/>
          </a:solidFill>
          <a:ln>
            <a:solidFill>
              <a:srgbClr val="6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78408" y="1819656"/>
            <a:ext cx="30632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Find true duplicates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194560"/>
            <a:ext cx="3044952" cy="8229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Identify files using their actual contents—not just filenames.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691640"/>
            <a:ext cx="3429000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1691640"/>
            <a:ext cx="64008" cy="1417320"/>
          </a:xfrm>
          <a:prstGeom prst="rect">
            <a:avLst/>
          </a:prstGeom>
          <a:solidFill>
            <a:srgbClr val="41DB9F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73168" y="1819656"/>
            <a:ext cx="30632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Save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194560"/>
            <a:ext cx="3044952" cy="8229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Calculate how much space extra copies may occupy.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691640"/>
            <a:ext cx="3429000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66760" y="1691640"/>
            <a:ext cx="64008" cy="14173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67928" y="1819656"/>
            <a:ext cx="30632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Use SHA-256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67928" y="2194560"/>
            <a:ext cx="3044952" cy="8229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Create content fingerprints for candidate duplicate files.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566160"/>
            <a:ext cx="3429000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3566160"/>
            <a:ext cx="64008" cy="1417320"/>
          </a:xfrm>
          <a:prstGeom prst="rect">
            <a:avLst/>
          </a:prstGeom>
          <a:solidFill>
            <a:srgbClr val="BF9AFF"/>
          </a:solidFill>
          <a:ln>
            <a:solidFill>
              <a:srgbClr val="BF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3694176"/>
            <a:ext cx="30632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Scan faster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" y="4069080"/>
            <a:ext cx="3044952" cy="8229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Use multithreading to improve performance where implemented.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0" y="3566160"/>
            <a:ext cx="3429000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72000" y="3566160"/>
            <a:ext cx="64008" cy="1417320"/>
          </a:xfrm>
          <a:prstGeom prst="rect">
            <a:avLst/>
          </a:prstGeom>
          <a:solidFill>
            <a:srgbClr val="FFB75A"/>
          </a:solidFill>
          <a:ln>
            <a:solidFill>
              <a:srgbClr val="FFB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3694176"/>
            <a:ext cx="30632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Generate reports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73168" y="4069080"/>
            <a:ext cx="3044952" cy="8229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Show duplicate groups, file paths, and file details.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3566160"/>
            <a:ext cx="3429000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66760" y="3566160"/>
            <a:ext cx="64008" cy="1417320"/>
          </a:xfrm>
          <a:prstGeom prst="rect">
            <a:avLst/>
          </a:prstGeom>
          <a:solidFill>
            <a:srgbClr val="FF6F92"/>
          </a:solidFill>
          <a:ln>
            <a:solidFill>
              <a:srgbClr val="FF6F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67928" y="3694176"/>
            <a:ext cx="30632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Clean up safely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67928" y="4069080"/>
            <a:ext cx="3044952" cy="8229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Support user confirmation and quarantine before permanent deletion.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06440"/>
            <a:ext cx="1042416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B75A"/>
                </a:solidFill>
                <a:latin typeface="Aptos"/>
              </a:defRPr>
            </a:pPr>
            <a:r>
              <a:t>Implementation note: only claim multithreading and quarantine as completed features if they are present in your current C code.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FILE DEDUPLICATION SYSTEM • C + UBUNTU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510528"/>
            <a:ext cx="164592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PROJECT EXPO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2600" b="1">
                <a:solidFill>
                  <a:srgbClr val="F6F8FF"/>
                </a:solidFill>
                <a:latin typeface="Aptos"/>
              </a:defRPr>
            </a:pPr>
            <a: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10896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A C-based tool that detects duplicate content and presents clear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777240" cy="457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46DAD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515600" cy="7772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6F8FF"/>
                </a:solidFill>
                <a:latin typeface="Aptos"/>
              </a:defRPr>
            </a:pPr>
            <a:r>
              <a:t>The program scans a selected directory, checks file sizes, calculates SHA-256 hashes for candidate files, and verifies matching contents before reporting duplicates.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971800"/>
            <a:ext cx="1901952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6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3127248"/>
            <a:ext cx="320040" cy="25603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6485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520440"/>
            <a:ext cx="16002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6F8FF"/>
                </a:solidFill>
                <a:latin typeface="Aptos"/>
              </a:defRPr>
            </a:pPr>
            <a:r>
              <a:t>Select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3913632"/>
            <a:ext cx="1618488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Choose directory</a:t>
            </a:r>
          </a:p>
        </p:txBody>
      </p:sp>
      <p:sp>
        <p:nvSpPr>
          <p:cNvPr id="11" name="Chevron 10"/>
          <p:cNvSpPr/>
          <p:nvPr/>
        </p:nvSpPr>
        <p:spPr>
          <a:xfrm>
            <a:off x="2651760" y="3566160"/>
            <a:ext cx="292608" cy="256032"/>
          </a:xfrm>
          <a:prstGeom prst="chevron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017520" y="2971800"/>
            <a:ext cx="1901952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27248" y="3127248"/>
            <a:ext cx="320040" cy="25603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46DAD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520440"/>
            <a:ext cx="16002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6F8FF"/>
                </a:solidFill>
                <a:latin typeface="Aptos"/>
              </a:defRPr>
            </a:pPr>
            <a:r>
              <a:t>Scan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63824" y="3913632"/>
            <a:ext cx="1618488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Include subfolders</a:t>
            </a:r>
          </a:p>
        </p:txBody>
      </p:sp>
      <p:sp>
        <p:nvSpPr>
          <p:cNvPr id="16" name="Chevron 15"/>
          <p:cNvSpPr/>
          <p:nvPr/>
        </p:nvSpPr>
        <p:spPr>
          <a:xfrm>
            <a:off x="4983479" y="3566160"/>
            <a:ext cx="292608" cy="256032"/>
          </a:xfrm>
          <a:prstGeom prst="chevron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349240" y="2971800"/>
            <a:ext cx="1901952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58968" y="3127248"/>
            <a:ext cx="320040" cy="25603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41DB9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13831" y="3520440"/>
            <a:ext cx="16002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6F8FF"/>
                </a:solidFill>
                <a:latin typeface="Aptos"/>
              </a:defRPr>
            </a:pPr>
            <a:r>
              <a:t>Compare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95544" y="3913632"/>
            <a:ext cx="1618488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Filter candidates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315200" y="3566160"/>
            <a:ext cx="292608" cy="256032"/>
          </a:xfrm>
          <a:prstGeom prst="chevron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80959" y="2971800"/>
            <a:ext cx="1901952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BF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90687" y="3127248"/>
            <a:ext cx="320040" cy="25603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BF9A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1" y="3520440"/>
            <a:ext cx="16002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6F8FF"/>
                </a:solidFill>
                <a:latin typeface="Aptos"/>
              </a:defRPr>
            </a:pPr>
            <a:r>
              <a:t>Hash +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27263" y="3913632"/>
            <a:ext cx="1618488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SHA-256, then content check</a:t>
            </a:r>
          </a:p>
        </p:txBody>
      </p:sp>
      <p:sp>
        <p:nvSpPr>
          <p:cNvPr id="26" name="Chevron 25"/>
          <p:cNvSpPr/>
          <p:nvPr/>
        </p:nvSpPr>
        <p:spPr>
          <a:xfrm>
            <a:off x="9646919" y="3566160"/>
            <a:ext cx="292608" cy="256032"/>
          </a:xfrm>
          <a:prstGeom prst="chevron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10012680" y="2971800"/>
            <a:ext cx="1901952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FFB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122407" y="3127248"/>
            <a:ext cx="320040" cy="25603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FB75A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7272" y="3520440"/>
            <a:ext cx="16002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6F8FF"/>
                </a:solidFill>
                <a:latin typeface="Aptos"/>
              </a:defRPr>
            </a:pPr>
            <a:r>
              <a:t>Report safely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58984" y="3913632"/>
            <a:ext cx="1618488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Show duplicates and savings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4892040"/>
            <a:ext cx="4800600" cy="86868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68680" y="4892040"/>
            <a:ext cx="64008" cy="868680"/>
          </a:xfrm>
          <a:prstGeom prst="rect">
            <a:avLst/>
          </a:prstGeom>
          <a:solidFill>
            <a:srgbClr val="6485FF"/>
          </a:solidFill>
          <a:ln>
            <a:solidFill>
              <a:srgbClr val="6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9848" y="5020055"/>
            <a:ext cx="44348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6F8FF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" y="5394959"/>
            <a:ext cx="4416552" cy="27431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Terminal workflow on Ubuntu Linux.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46520" y="4892040"/>
            <a:ext cx="4800600" cy="86868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46520" y="4892040"/>
            <a:ext cx="64008" cy="868680"/>
          </a:xfrm>
          <a:prstGeom prst="rect">
            <a:avLst/>
          </a:prstGeom>
          <a:solidFill>
            <a:srgbClr val="41DB9F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47688" y="5020055"/>
            <a:ext cx="44348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6F8FF"/>
                </a:solidFill>
                <a:latin typeface="Aptos"/>
              </a:defRPr>
            </a:pPr>
            <a:r>
              <a:t>Safer cleanup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7688" y="5394959"/>
            <a:ext cx="4416552" cy="27431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Report first; user confirmation and quarantine where implemented.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FILE DEDUPLICATION SYSTEM • C + UBUNTU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6510528"/>
            <a:ext cx="164592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PROJECT EXPO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6F8FF"/>
                </a:solidFill>
                <a:latin typeface="Aptos"/>
              </a:defRPr>
            </a:pPr>
            <a:r>
              <a:t>4. What is SHA-256?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10896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Think of it as a digital fingerprint for a 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777240" cy="457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46DAD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246120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64008" cy="1417320"/>
          </a:xfrm>
          <a:prstGeom prst="rect">
            <a:avLst/>
          </a:prstGeom>
          <a:solidFill>
            <a:srgbClr val="6485FF"/>
          </a:solidFill>
          <a:ln>
            <a:solidFill>
              <a:srgbClr val="6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865376"/>
            <a:ext cx="288036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6F8FF"/>
                </a:solidFill>
                <a:latin typeface="Aptos"/>
              </a:defRPr>
            </a:pPr>
            <a:r>
              <a:t>File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40280"/>
            <a:ext cx="2862072" cy="8229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B3BED3"/>
                </a:solidFill>
                <a:latin typeface="Aptos"/>
              </a:defRPr>
            </a:pPr>
            <a:r>
              <a:t>Text: HELLO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3246120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3657600"/>
            <a:ext cx="64008" cy="14173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3785615"/>
            <a:ext cx="288036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F6F8FF"/>
                </a:solidFill>
                <a:latin typeface="Aptos"/>
              </a:defRPr>
            </a:pPr>
            <a:r>
              <a:t>File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160520"/>
            <a:ext cx="2862072" cy="8229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B3BED3"/>
                </a:solidFill>
                <a:latin typeface="Aptos"/>
              </a:defRPr>
            </a:pPr>
            <a:r>
              <a:t>Text: HELLO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828800"/>
            <a:ext cx="2743200" cy="1097280"/>
          </a:xfrm>
          <a:prstGeom prst="roundRect">
            <a:avLst/>
          </a:prstGeom>
          <a:solidFill>
            <a:srgbClr val="161F34"/>
          </a:solidFill>
          <a:ln>
            <a:solidFill>
              <a:srgbClr val="6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92040" y="2194560"/>
            <a:ext cx="201168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6F8FF"/>
                </a:solidFill>
                <a:latin typeface="Aptos"/>
              </a:defRPr>
            </a:pPr>
            <a:r>
              <a:t>SHA-256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3749039"/>
            <a:ext cx="2743200" cy="1097280"/>
          </a:xfrm>
          <a:prstGeom prst="roundRect">
            <a:avLst/>
          </a:prstGeom>
          <a:solidFill>
            <a:srgbClr val="161F34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92040" y="4114800"/>
            <a:ext cx="201168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6F8FF"/>
                </a:solidFill>
                <a:latin typeface="Aptos"/>
              </a:defRPr>
            </a:pPr>
            <a:r>
              <a:t>SHA-256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2331720"/>
            <a:ext cx="3154680" cy="1828800"/>
          </a:xfrm>
          <a:prstGeom prst="roundRect">
            <a:avLst/>
          </a:prstGeom>
          <a:solidFill>
            <a:srgbClr val="161F34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697480"/>
            <a:ext cx="1920240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41DB9F"/>
                </a:solidFill>
                <a:latin typeface="Aptos"/>
              </a:defRPr>
            </a:pPr>
            <a:r>
              <a:t>MATCH!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337560"/>
            <a:ext cx="2651760" cy="5029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6F8FF"/>
                </a:solidFill>
                <a:latin typeface="Aptos"/>
              </a:defRPr>
            </a:pPr>
            <a:r>
              <a:t>Same content → same fingerprint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241280" cy="4114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FFB75A"/>
                </a:solidFill>
                <a:latin typeface="Aptos"/>
              </a:defRPr>
            </a:pPr>
            <a:r>
              <a:t>If even one character changes, the fingerprint will almost certainly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FILE DEDUPLICATION SYSTEM • C + UBUNTU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10528"/>
            <a:ext cx="164592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PROJECT EXPO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6F8FF"/>
                </a:solidFill>
                <a:latin typeface="Aptos"/>
              </a:defRPr>
            </a:pPr>
            <a:r>
              <a:t>6. How the dashboard and C program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10896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What happens when you click “Scan Directory”?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777240" cy="457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46DAD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60020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6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2542032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6485FF"/>
                </a:solidFill>
                <a:latin typeface="Aptos"/>
              </a:defRPr>
            </a:pPr>
            <a: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017520"/>
            <a:ext cx="1371600" cy="5029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6F8FF"/>
                </a:solidFill>
                <a:latin typeface="Aptos"/>
              </a:defRPr>
            </a:pPr>
            <a:r>
              <a:t>Enter folder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F6F8FF"/>
                </a:solidFill>
                <a:latin typeface="Aptos"/>
              </a:defRPr>
            </a:pPr>
            <a:r>
              <a:t>and click Scan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286000"/>
            <a:ext cx="160020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72968" y="2542032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46DADC"/>
                </a:solidFill>
                <a:latin typeface="Aptos"/>
              </a:defRPr>
            </a:pPr>
            <a: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3017520"/>
            <a:ext cx="1371600" cy="5029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6F8FF"/>
                </a:solidFill>
                <a:latin typeface="Aptos"/>
              </a:defRPr>
            </a:pPr>
            <a:r>
              <a:t>Sends the folder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F6F8FF"/>
                </a:solidFill>
                <a:latin typeface="Aptos"/>
              </a:defRPr>
            </a:pPr>
            <a:r>
              <a:t>path to server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286000"/>
            <a:ext cx="160020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FFB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04688" y="2542032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B75A"/>
                </a:solidFill>
                <a:latin typeface="Aptos"/>
              </a:defRPr>
            </a:pPr>
            <a:r>
              <a:t>C 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04688" y="3017520"/>
            <a:ext cx="1371600" cy="5029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6F8FF"/>
                </a:solidFill>
                <a:latin typeface="Aptos"/>
              </a:defRPr>
            </a:pPr>
            <a:r>
              <a:t>Receives request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F6F8FF"/>
                </a:solidFill>
                <a:latin typeface="Aptos"/>
              </a:defRPr>
            </a:pPr>
            <a:r>
              <a:t>and starts scanner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26679" y="2286000"/>
            <a:ext cx="160020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BF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7" y="2542032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BF9AFF"/>
                </a:solidFill>
                <a:latin typeface="Aptos"/>
              </a:defRPr>
            </a:pPr>
            <a:r>
              <a:t>C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7" y="3017520"/>
            <a:ext cx="1371600" cy="5029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6F8FF"/>
                </a:solidFill>
                <a:latin typeface="Aptos"/>
              </a:defRPr>
            </a:pPr>
            <a:r>
              <a:t>Checks files and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F6F8FF"/>
                </a:solidFill>
                <a:latin typeface="Aptos"/>
              </a:defRPr>
            </a:pPr>
            <a:r>
              <a:t>finds duplicates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2286000"/>
            <a:ext cx="160020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68128" y="2542032"/>
            <a:ext cx="13716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41DB9F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68128" y="3017520"/>
            <a:ext cx="1371600" cy="5029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F6F8FF"/>
                </a:solidFill>
                <a:latin typeface="Aptos"/>
              </a:defRPr>
            </a:pPr>
            <a:r>
              <a:t>Report appears</a:t>
            </a:r>
          </a:p>
          <a:p>
            <a:pPr algn="ctr">
              <a:spcAft>
                <a:spcPts val="500"/>
              </a:spcAft>
              <a:defRPr sz="1200" b="0">
                <a:solidFill>
                  <a:srgbClr val="F6F8FF"/>
                </a:solidFill>
                <a:latin typeface="Aptos"/>
              </a:defRPr>
            </a:pPr>
            <a:r>
              <a:t>on dashboard</a:t>
            </a:r>
          </a:p>
        </p:txBody>
      </p:sp>
      <p:sp>
        <p:nvSpPr>
          <p:cNvPr id="21" name="Chevron 20"/>
          <p:cNvSpPr/>
          <p:nvPr/>
        </p:nvSpPr>
        <p:spPr>
          <a:xfrm>
            <a:off x="2468880" y="2852928"/>
            <a:ext cx="411480" cy="256032"/>
          </a:xfrm>
          <a:prstGeom prst="chevron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evron 21"/>
          <p:cNvSpPr/>
          <p:nvPr/>
        </p:nvSpPr>
        <p:spPr>
          <a:xfrm>
            <a:off x="4800600" y="2852928"/>
            <a:ext cx="411480" cy="256032"/>
          </a:xfrm>
          <a:prstGeom prst="chevron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7132320" y="2852928"/>
            <a:ext cx="411480" cy="256032"/>
          </a:xfrm>
          <a:prstGeom prst="chevron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hevron 23"/>
          <p:cNvSpPr/>
          <p:nvPr/>
        </p:nvSpPr>
        <p:spPr>
          <a:xfrm>
            <a:off x="9464040" y="2852928"/>
            <a:ext cx="411480" cy="256032"/>
          </a:xfrm>
          <a:prstGeom prst="chevron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4754880"/>
            <a:ext cx="10515600" cy="5943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F6F8FF"/>
                </a:solidFill>
                <a:latin typeface="Aptos"/>
              </a:defRPr>
            </a:pPr>
            <a:r>
              <a:t>The dashboard is the display. The C program does the actual file scanning.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623560"/>
            <a:ext cx="105156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46DADC"/>
                </a:solidFill>
                <a:latin typeface="Aptos"/>
              </a:defRPr>
            </a:pPr>
            <a:r>
              <a:t>Local browser address: http://127.0.0.1:8080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FILE DEDUPLICATION SYSTEM • C + UBUNTU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6510528"/>
            <a:ext cx="164592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PROJECT EXPO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6F8FF"/>
                </a:solidFill>
                <a:latin typeface="Aptos"/>
              </a:defRPr>
            </a:pPr>
            <a:r>
              <a:t>7. Understand the dashboard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10896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Example values to explain—your real scan may be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777240" cy="457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46DAD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2240280" cy="1691640"/>
          </a:xfrm>
          <a:prstGeom prst="roundRect">
            <a:avLst/>
          </a:prstGeom>
          <a:solidFill>
            <a:srgbClr val="161F34"/>
          </a:solidFill>
          <a:ln>
            <a:solidFill>
              <a:srgbClr val="6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196596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3BED3"/>
                </a:solidFill>
                <a:latin typeface="Aptos"/>
              </a:defRPr>
            </a:pPr>
            <a:r>
              <a:t>FILES SCANNED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578608"/>
            <a:ext cx="1965960" cy="4572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6485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127248"/>
            <a:ext cx="19202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6F8FF"/>
                </a:solidFill>
                <a:latin typeface="Aptos"/>
              </a:defRPr>
            </a:pPr>
            <a:r>
              <a:t>Four files were checked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828800"/>
            <a:ext cx="2240280" cy="1691640"/>
          </a:xfrm>
          <a:prstGeom prst="roundRect">
            <a:avLst/>
          </a:prstGeom>
          <a:solidFill>
            <a:srgbClr val="161F34"/>
          </a:solidFill>
          <a:ln>
            <a:solidFill>
              <a:srgbClr val="FFB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0" y="2084831"/>
            <a:ext cx="196596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3BED3"/>
                </a:solidFill>
                <a:latin typeface="Aptos"/>
              </a:defRPr>
            </a:pPr>
            <a:r>
              <a:t>DUPLICATE GROUPS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578608"/>
            <a:ext cx="1965960" cy="4572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FFB75A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67911" y="3127248"/>
            <a:ext cx="19202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6F8FF"/>
                </a:solidFill>
                <a:latin typeface="Aptos"/>
              </a:defRPr>
            </a:pPr>
            <a:r>
              <a:t>One group of matching files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828800"/>
            <a:ext cx="2240280" cy="1691640"/>
          </a:xfrm>
          <a:prstGeom prst="roundRect">
            <a:avLst/>
          </a:prstGeom>
          <a:solidFill>
            <a:srgbClr val="161F34"/>
          </a:solidFill>
          <a:ln>
            <a:solidFill>
              <a:srgbClr val="BF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2084831"/>
            <a:ext cx="196596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3BED3"/>
                </a:solidFill>
                <a:latin typeface="Aptos"/>
              </a:defRPr>
            </a:pPr>
            <a:r>
              <a:t>EXTRA COPIES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2578608"/>
            <a:ext cx="1965960" cy="4572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BF9A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48272" y="3127248"/>
            <a:ext cx="19202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6F8FF"/>
                </a:solidFill>
                <a:latin typeface="Aptos"/>
              </a:defRPr>
            </a:pPr>
            <a:r>
              <a:t>Two copies beyond the original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828800"/>
            <a:ext cx="2240280" cy="1691640"/>
          </a:xfrm>
          <a:prstGeom prst="roundRect">
            <a:avLst/>
          </a:prstGeom>
          <a:solidFill>
            <a:srgbClr val="161F34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0" y="2084831"/>
            <a:ext cx="196596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B3BED3"/>
                </a:solidFill>
                <a:latin typeface="Aptos"/>
              </a:defRPr>
            </a:pPr>
            <a:r>
              <a:t>POTENTIAL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78608"/>
            <a:ext cx="1965960" cy="4572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41DB9F"/>
                </a:solidFill>
                <a:latin typeface="Aptos"/>
              </a:defRPr>
            </a:pPr>
            <a:r>
              <a:t>26 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4312" y="3127248"/>
            <a:ext cx="19202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F6F8FF"/>
                </a:solidFill>
                <a:latin typeface="Aptos"/>
              </a:defRPr>
            </a:pPr>
            <a:r>
              <a:t>Estimated space recoverable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069080"/>
            <a:ext cx="1033272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B75A"/>
                </a:solidFill>
                <a:latin typeface="Aptos"/>
              </a:defRPr>
            </a:pPr>
            <a:r>
              <a:t>These are example numbers—not results from your computer.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4709160"/>
            <a:ext cx="4800600" cy="96012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05840" y="4709160"/>
            <a:ext cx="64008" cy="9601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07008" y="4837176"/>
            <a:ext cx="44348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Duplicate group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5212080"/>
            <a:ext cx="4416552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Files that have the same content.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09160"/>
            <a:ext cx="4800600" cy="96012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4709160"/>
            <a:ext cx="64008" cy="960120"/>
          </a:xfrm>
          <a:prstGeom prst="rect">
            <a:avLst/>
          </a:prstGeom>
          <a:solidFill>
            <a:srgbClr val="41DB9F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01968" y="4837176"/>
            <a:ext cx="44348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6F8FF"/>
                </a:solidFill>
                <a:latin typeface="Aptos"/>
              </a:defRPr>
            </a:pPr>
            <a:r>
              <a:t>Potential savings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5212080"/>
            <a:ext cx="4416552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Extra copies’ sizes added together.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FILE DEDUPLICATION SYSTEM • C + UBUNTU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6510528"/>
            <a:ext cx="164592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PROJECT EXPO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6F8FF"/>
                </a:solidFill>
                <a:latin typeface="Aptos"/>
              </a:defRPr>
            </a:pPr>
            <a:r>
              <a:t>8. Example: calculate storage savings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10896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Suppose three identical files are 13 bytes 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777240" cy="457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46DAD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2560320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2084831"/>
            <a:ext cx="219456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6F8FF"/>
                </a:solidFill>
                <a:latin typeface="Aptos"/>
              </a:defRPr>
            </a:pPr>
            <a:r>
              <a:t>A.txt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219456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B3BED3"/>
                </a:solidFill>
                <a:latin typeface="Aptos"/>
              </a:defRPr>
            </a:pPr>
            <a:r>
              <a:t>13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2194560" cy="20116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41DB9F"/>
                </a:solidFill>
                <a:latin typeface="Aptos"/>
              </a:defRPr>
            </a:pPr>
            <a:r>
              <a:t>KEEP 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2560320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FFB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2084831"/>
            <a:ext cx="219456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6F8FF"/>
                </a:solidFill>
                <a:latin typeface="Aptos"/>
              </a:defRPr>
            </a:pPr>
            <a:r>
              <a:t>B.txt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542032"/>
            <a:ext cx="219456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B3BED3"/>
                </a:solidFill>
                <a:latin typeface="Aptos"/>
              </a:defRPr>
            </a:pPr>
            <a:r>
              <a:t>13 bytes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60"/>
            <a:ext cx="2194560" cy="20116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B75A"/>
                </a:solidFill>
                <a:latin typeface="Aptos"/>
              </a:defRPr>
            </a:pPr>
            <a:r>
              <a:t>EXTRA COPY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1828800"/>
            <a:ext cx="2560320" cy="1417320"/>
          </a:xfrm>
          <a:prstGeom prst="roundRect">
            <a:avLst/>
          </a:prstGeom>
          <a:solidFill>
            <a:srgbClr val="161F34"/>
          </a:solidFill>
          <a:ln>
            <a:solidFill>
              <a:srgbClr val="FFB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79" y="2084831"/>
            <a:ext cx="219456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6F8FF"/>
                </a:solidFill>
                <a:latin typeface="Aptos"/>
              </a:defRPr>
            </a:pPr>
            <a:r>
              <a:t>C.txt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542032"/>
            <a:ext cx="219456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B3BED3"/>
                </a:solidFill>
                <a:latin typeface="Aptos"/>
              </a:defRPr>
            </a:pPr>
            <a:r>
              <a:t>13 bytes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880360"/>
            <a:ext cx="2194560" cy="20116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B75A"/>
                </a:solidFill>
                <a:latin typeface="Aptos"/>
              </a:defRPr>
            </a:pPr>
            <a:r>
              <a:t>EXTRA COPY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31920"/>
            <a:ext cx="10149840" cy="36576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6F8FF"/>
                </a:solidFill>
                <a:latin typeface="Aptos"/>
              </a:defRPr>
            </a:pPr>
            <a:r>
              <a:t>Savings = extra copy + extra copy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4526280"/>
            <a:ext cx="5669280" cy="822960"/>
          </a:xfrm>
          <a:prstGeom prst="roundRect">
            <a:avLst/>
          </a:prstGeom>
          <a:solidFill>
            <a:srgbClr val="161F34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0" y="4754880"/>
            <a:ext cx="51206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2300" b="1">
                <a:solidFill>
                  <a:srgbClr val="41DB9F"/>
                </a:solidFill>
                <a:latin typeface="Aptos"/>
              </a:defRPr>
            </a:pPr>
            <a:r>
              <a:t>13 bytes + 13 bytes = 26 bytes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23560"/>
            <a:ext cx="1014984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FFB75A"/>
                </a:solidFill>
                <a:latin typeface="Aptos"/>
              </a:defRPr>
            </a:pPr>
            <a:r>
              <a:t>It is “potential” savings because the program reports files; it does not delete them.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FILE DEDUPLICATION SYSTEM • C + UBUNTU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10528"/>
            <a:ext cx="164592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PROJECT EXPO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6F8FF"/>
                </a:solidFill>
                <a:latin typeface="Aptos"/>
              </a:defRPr>
            </a:pPr>
            <a:r>
              <a:t>9. Live demo: what I will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10896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Use a small test folder for a clear, reliable demonstration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777240" cy="457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46DAD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600200"/>
            <a:ext cx="438912" cy="438912"/>
          </a:xfrm>
          <a:prstGeom prst="ellipse">
            <a:avLst/>
          </a:prstGeom>
          <a:solidFill>
            <a:srgbClr val="6485FF"/>
          </a:solidFill>
          <a:ln>
            <a:solidFill>
              <a:srgbClr val="6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696212"/>
            <a:ext cx="292608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0F1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618488"/>
            <a:ext cx="214884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6F8FF"/>
                </a:solidFill>
                <a:latin typeface="Aptos"/>
              </a:defRPr>
            </a:pPr>
            <a:r>
              <a:t>Open 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618488"/>
            <a:ext cx="704088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3BED3"/>
                </a:solidFill>
                <a:latin typeface="Consolas"/>
              </a:defRPr>
            </a:pPr>
            <a:r>
              <a:t>cd ~/FileDeduplication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95728"/>
            <a:ext cx="438912" cy="438912"/>
          </a:xfrm>
          <a:prstGeom prst="ellipse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491740"/>
            <a:ext cx="292608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0F1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14016"/>
            <a:ext cx="214884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6F8FF"/>
                </a:solidFill>
                <a:latin typeface="Aptos"/>
              </a:defRPr>
            </a:pPr>
            <a:r>
              <a:t>Start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14016"/>
            <a:ext cx="704088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3BED3"/>
                </a:solidFill>
                <a:latin typeface="Consolas"/>
              </a:defRPr>
            </a:pPr>
            <a:r>
              <a:t>./dashboard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91256"/>
            <a:ext cx="438912" cy="438912"/>
          </a:xfrm>
          <a:prstGeom prst="ellipse">
            <a:avLst/>
          </a:prstGeom>
          <a:solidFill>
            <a:srgbClr val="41DB9F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287268"/>
            <a:ext cx="292608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0F1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09544"/>
            <a:ext cx="214884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6F8FF"/>
                </a:solidFill>
                <a:latin typeface="Aptos"/>
              </a:defRPr>
            </a:pPr>
            <a:r>
              <a:t>Open browser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209544"/>
            <a:ext cx="704088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3BED3"/>
                </a:solidFill>
                <a:latin typeface="Consolas"/>
              </a:defRPr>
            </a:pPr>
            <a:r>
              <a:t>http://127.0.0.1:8080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3986783"/>
            <a:ext cx="438912" cy="438912"/>
          </a:xfrm>
          <a:prstGeom prst="ellipse">
            <a:avLst/>
          </a:prstGeom>
          <a:solidFill>
            <a:srgbClr val="FFB75A"/>
          </a:solidFill>
          <a:ln>
            <a:solidFill>
              <a:srgbClr val="FFB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4082796"/>
            <a:ext cx="292608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0F1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05071"/>
            <a:ext cx="214884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6F8FF"/>
                </a:solidFill>
                <a:latin typeface="Aptos"/>
              </a:defRPr>
            </a:pPr>
            <a:r>
              <a:t>Enter test folder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005071"/>
            <a:ext cx="704088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3BED3"/>
                </a:solidFill>
                <a:latin typeface="Consolas"/>
              </a:defRPr>
            </a:pPr>
            <a:r>
              <a:t>/home/your-user/FileDeduplication/testdata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782312"/>
            <a:ext cx="438912" cy="438912"/>
          </a:xfrm>
          <a:prstGeom prst="ellipse">
            <a:avLst/>
          </a:prstGeom>
          <a:solidFill>
            <a:srgbClr val="BF9AFF"/>
          </a:solidFill>
          <a:ln>
            <a:solidFill>
              <a:srgbClr val="BF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4878324"/>
            <a:ext cx="292608" cy="182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A0F1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800600"/>
            <a:ext cx="214884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6F8FF"/>
                </a:solidFill>
                <a:latin typeface="Aptos"/>
              </a:defRPr>
            </a:pPr>
            <a:r>
              <a:t>Click Scan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800600"/>
            <a:ext cx="7040880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3BED3"/>
                </a:solidFill>
                <a:latin typeface="Aptos"/>
              </a:defRPr>
            </a:pPr>
            <a:r>
              <a:t>Explain the report and the numbers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669280"/>
            <a:ext cx="10149840" cy="50292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4400" y="5669280"/>
            <a:ext cx="64008" cy="502920"/>
          </a:xfrm>
          <a:prstGeom prst="rect">
            <a:avLst/>
          </a:prstGeom>
          <a:solidFill>
            <a:srgbClr val="41DB9F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5797296"/>
            <a:ext cx="978408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F6F8FF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6172200"/>
            <a:ext cx="9765792" cy="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Keep the terminal open while the dashboard is running.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FILE DEDUPLICATION SYSTEM • C + UBUNTU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0" y="6510528"/>
            <a:ext cx="164592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PROJECT EXPO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9184"/>
            <a:ext cx="10881360" cy="47548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F6F8FF"/>
                </a:solidFill>
                <a:latin typeface="Aptos"/>
              </a:defRPr>
            </a:pPr>
            <a:r>
              <a:t>10. What makes this project useful?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10789920" cy="310896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Benefits and responsible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777240" cy="4572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384048"/>
            <a:ext cx="45720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1100" b="1">
                <a:solidFill>
                  <a:srgbClr val="46DAD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324612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64008" cy="1508760"/>
          </a:xfrm>
          <a:prstGeom prst="rect">
            <a:avLst/>
          </a:prstGeom>
          <a:solidFill>
            <a:srgbClr val="6485FF"/>
          </a:solidFill>
          <a:ln>
            <a:solidFill>
              <a:srgbClr val="648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1865376"/>
            <a:ext cx="288036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6F8FF"/>
                </a:solidFill>
                <a:latin typeface="Aptos"/>
              </a:defRPr>
            </a:pPr>
            <a:r>
              <a:t>Saves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240280"/>
            <a:ext cx="2862072" cy="91439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3BED3"/>
                </a:solidFill>
                <a:latin typeface="Aptos"/>
              </a:defRPr>
            </a:pPr>
            <a:r>
              <a:t>Automatically checks many files instead of opening them manually.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37360"/>
            <a:ext cx="324612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737360"/>
            <a:ext cx="64008" cy="1508760"/>
          </a:xfrm>
          <a:prstGeom prst="rect">
            <a:avLst/>
          </a:prstGeom>
          <a:solidFill>
            <a:srgbClr val="BF9AFF"/>
          </a:solidFill>
          <a:ln>
            <a:solidFill>
              <a:srgbClr val="BF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865376"/>
            <a:ext cx="288036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6F8FF"/>
                </a:solidFill>
                <a:latin typeface="Aptos"/>
              </a:defRPr>
            </a:pPr>
            <a:r>
              <a:t>Finds hidden copies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240280"/>
            <a:ext cx="2862072" cy="91439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3BED3"/>
                </a:solidFill>
                <a:latin typeface="Aptos"/>
              </a:defRPr>
            </a:pPr>
            <a:r>
              <a:t>Different filenames can still be duplicates.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246120" cy="150876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60" y="1737360"/>
            <a:ext cx="64008" cy="1508760"/>
          </a:xfrm>
          <a:prstGeom prst="rect">
            <a:avLst/>
          </a:prstGeom>
          <a:solidFill>
            <a:srgbClr val="41DB9F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865376"/>
            <a:ext cx="288036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6F8FF"/>
                </a:solidFill>
                <a:latin typeface="Aptos"/>
              </a:defRPr>
            </a:pPr>
            <a:r>
              <a:t>Clear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240280"/>
            <a:ext cx="2862072" cy="914399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B3BED3"/>
                </a:solidFill>
                <a:latin typeface="Aptos"/>
              </a:defRPr>
            </a:pPr>
            <a:r>
              <a:t>Shows paths and estimated storage savings.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886200"/>
            <a:ext cx="10149840" cy="1097280"/>
          </a:xfrm>
          <a:prstGeom prst="roundRect">
            <a:avLst/>
          </a:prstGeom>
          <a:solidFill>
            <a:srgbClr val="161F34"/>
          </a:solidFill>
          <a:ln>
            <a:solidFill>
              <a:srgbClr val="FFB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20" y="4133087"/>
            <a:ext cx="18288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FFB75A"/>
                </a:solidFill>
                <a:latin typeface="Aptos"/>
              </a:defRPr>
            </a:pPr>
            <a:r>
              <a:t>SAFETY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069080"/>
            <a:ext cx="7635240" cy="5486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F6F8FF"/>
                </a:solidFill>
                <a:latin typeface="Aptos"/>
              </a:defRPr>
            </a:pPr>
            <a:r>
              <a:t>The current version does not delete files. A person reviews the report and decides what to 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94960"/>
            <a:ext cx="10058400" cy="5486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500" b="1">
                <a:solidFill>
                  <a:srgbClr val="B3BED3"/>
                </a:solidFill>
                <a:latin typeface="Aptos"/>
              </a:defRPr>
            </a:pPr>
            <a:r>
              <a:t>Future upgrades: progress bar, export report, byte-by-byte verification, safe recovery folder.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FILE DEDUPLICATION SYSTEM • C + UBUNTU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6510528"/>
            <a:ext cx="164592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PROJECT EXPO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685800"/>
            <a:ext cx="2743200" cy="2743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46DADC"/>
                </a:solidFill>
                <a:latin typeface="Aptos"/>
              </a:defRPr>
            </a:pPr>
            <a:r>
              <a:t>THE BIG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949440" cy="132588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3400" b="1">
                <a:solidFill>
                  <a:srgbClr val="F6F8FF"/>
                </a:solidFill>
                <a:latin typeface="Aptos"/>
              </a:defRPr>
            </a:pPr>
            <a:r>
              <a:t>Same content.</a:t>
            </a:r>
          </a:p>
          <a:p>
            <a:pPr algn="l">
              <a:spcAft>
                <a:spcPts val="500"/>
              </a:spcAft>
              <a:defRPr sz="3400" b="1">
                <a:solidFill>
                  <a:srgbClr val="F6F8FF"/>
                </a:solidFill>
                <a:latin typeface="Aptos"/>
              </a:defRPr>
            </a:pPr>
            <a:r>
              <a:t>Less wasted storage.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6858000" cy="10058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B3BED3"/>
                </a:solidFill>
                <a:latin typeface="Aptos"/>
              </a:defRPr>
            </a:pPr>
            <a:r>
              <a:t>Our C program scans files, compares their sizes and SHA-256 fingerprints, and displays duplicate results in a simple local dashboard on Ubuntu.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2971800" cy="91440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1371600"/>
            <a:ext cx="64008" cy="914400"/>
          </a:xfrm>
          <a:prstGeom prst="rect">
            <a:avLst/>
          </a:prstGeom>
          <a:solidFill>
            <a:srgbClr val="46DADC"/>
          </a:solidFill>
          <a:ln>
            <a:solidFill>
              <a:srgbClr val="46D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30768" y="1499616"/>
            <a:ext cx="26060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6F8FF"/>
                </a:solidFill>
                <a:latin typeface="Aptos"/>
              </a:defRPr>
            </a:pPr>
            <a:r>
              <a:t>FIND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30768" y="1874519"/>
            <a:ext cx="2587752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Identify matching 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606040"/>
            <a:ext cx="2971800" cy="91440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2606040"/>
            <a:ext cx="64008" cy="914400"/>
          </a:xfrm>
          <a:prstGeom prst="rect">
            <a:avLst/>
          </a:prstGeom>
          <a:solidFill>
            <a:srgbClr val="41DB9F"/>
          </a:solidFill>
          <a:ln>
            <a:solidFill>
              <a:srgbClr val="41DB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0768" y="2734056"/>
            <a:ext cx="26060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6F8FF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8" y="3108960"/>
            <a:ext cx="2587752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Show paths and savings.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840480"/>
            <a:ext cx="2971800" cy="914400"/>
          </a:xfrm>
          <a:prstGeom prst="roundRect">
            <a:avLst/>
          </a:prstGeom>
          <a:solidFill>
            <a:srgbClr val="161F34"/>
          </a:solidFill>
          <a:ln>
            <a:solidFill>
              <a:srgbClr val="2331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3840480"/>
            <a:ext cx="64008" cy="914400"/>
          </a:xfrm>
          <a:prstGeom prst="rect">
            <a:avLst/>
          </a:prstGeom>
          <a:solidFill>
            <a:srgbClr val="FFB75A"/>
          </a:solidFill>
          <a:ln>
            <a:solidFill>
              <a:srgbClr val="FFB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0768" y="3968496"/>
            <a:ext cx="2606040" cy="292608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F6F8FF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4343400"/>
            <a:ext cx="2587752" cy="32004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B3BED3"/>
                </a:solidFill>
                <a:latin typeface="Aptos"/>
              </a:defRPr>
            </a:pPr>
            <a:r>
              <a:t>No automatic deletion.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5943600" cy="50292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2500" b="1">
                <a:solidFill>
                  <a:srgbClr val="F6F8FF"/>
                </a:solidFill>
                <a:latin typeface="Aptos"/>
              </a:defRPr>
            </a:pPr>
            <a:r>
              <a:t>Thank you!  Questions?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89320"/>
            <a:ext cx="6400800" cy="228600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1100" b="0">
                <a:solidFill>
                  <a:srgbClr val="B3BED3"/>
                </a:solidFill>
                <a:latin typeface="Aptos"/>
              </a:defRPr>
            </a:pPr>
            <a:r>
              <a:t>Presenter: [Your Name]  |  [Class / Section]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l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FILE DEDUPLICATION SYSTEM • C + UBUNTU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6510528"/>
            <a:ext cx="1645920" cy="164592"/>
          </a:xfrm>
          <a:prstGeom prst="rect">
            <a:avLst/>
          </a:prstGeom>
          <a:noFill/>
        </p:spPr>
        <p:txBody>
          <a:bodyPr wrap="square" lIns="54864" tIns="27432" rIns="54864" bIns="18288" anchor="t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B3BED3"/>
                </a:solidFill>
                <a:latin typeface="Aptos"/>
              </a:defRPr>
            </a:pPr>
            <a:r>
              <a:t>PROJECT EXPO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</TotalTime>
  <Words>916</Words>
  <Application>Microsoft Office PowerPoint</Application>
  <PresentationFormat>Widescreen</PresentationFormat>
  <Paragraphs>202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Bhavana Kunamaneni</dc:creator>
  <cp:lastModifiedBy>Bhavana Kunamaneni</cp:lastModifiedBy>
  <cp:revision>1</cp:revision>
  <dcterms:created xsi:type="dcterms:W3CDTF">2026-10-17T05:15:49Z</dcterms:created>
  <dcterms:modified xsi:type="dcterms:W3CDTF">2026-10-17T05:18:57Z</dcterms:modified>
</cp:coreProperties>
</file>